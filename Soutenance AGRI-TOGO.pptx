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362" y="4178498"/>
            <a:ext cx="6391275" cy="447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837" y="2231677"/>
            <a:ext cx="2600325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0580" y="2755552"/>
            <a:ext cx="6710838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Montserrat"/>
              </a:rPr>
              <a:t>Site Web AGRI-TOGO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0362" y="3511748"/>
            <a:ext cx="63912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A7F3D0"/>
                </a:solidFill>
                <a:latin typeface="Plus Jakarta Sans"/>
              </a:rPr>
              <a:t>Coopérative Agricole Togolaise — Projet Pédagogique Simplon (3 Jours)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4662" y="4449960"/>
            <a:ext cx="13335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3262" y="4426148"/>
            <a:ext cx="28765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 u="none" dirty="0" err="1">
                <a:solidFill>
                  <a:srgbClr val="FFFFFF"/>
                </a:solidFill>
                <a:latin typeface="Plus Jakarta Sans SemiBold"/>
              </a:rPr>
              <a:t>Binôme</a:t>
            </a: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 </a:t>
            </a:r>
            <a:r>
              <a:rPr sz="1200" b="0" i="0" u="none" dirty="0" err="1">
                <a:solidFill>
                  <a:srgbClr val="FFFFFF"/>
                </a:solidFill>
                <a:latin typeface="Plus Jakarta Sans SemiBold"/>
              </a:rPr>
              <a:t>d'étudiants</a:t>
            </a: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 </a:t>
            </a:r>
            <a:r>
              <a:rPr sz="1200" b="0" i="0" u="none" dirty="0" err="1">
                <a:solidFill>
                  <a:srgbClr val="FFFFFF"/>
                </a:solidFill>
                <a:latin typeface="Plus Jakarta Sans SemiBold"/>
              </a:rPr>
              <a:t>Développeurs</a:t>
            </a: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 We</a:t>
            </a:r>
            <a:r>
              <a:rPr lang="fr-FR" sz="1200" b="0" i="0" u="none" dirty="0">
                <a:solidFill>
                  <a:srgbClr val="FFFFFF"/>
                </a:solidFill>
                <a:latin typeface="Plus Jakarta Sans SemiBold"/>
              </a:rPr>
              <a:t>b</a:t>
            </a:r>
            <a:endParaRPr lang="fr-FR" sz="1200" dirty="0">
              <a:solidFill>
                <a:srgbClr val="FFFFFF"/>
              </a:solidFill>
              <a:latin typeface="Plus Jakarta Sans SemiBold"/>
            </a:endParaRPr>
          </a:p>
          <a:p>
            <a:pPr algn="ctr"/>
            <a:endParaRPr lang="fr-FR" sz="1200" dirty="0">
              <a:solidFill>
                <a:srgbClr val="FFFFFF"/>
              </a:solidFill>
              <a:latin typeface="Plus Jakarta Sans SemiBold"/>
            </a:endParaRPr>
          </a:p>
          <a:p>
            <a:r>
              <a:rPr lang="fr-FR" sz="1200" dirty="0">
                <a:solidFill>
                  <a:srgbClr val="FFFFFF"/>
                </a:solidFill>
                <a:latin typeface="Plus Jakarta Sans SemiBold"/>
              </a:rPr>
              <a:t>AMANKWAAH Duah Prince Yao</a:t>
            </a:r>
          </a:p>
          <a:p>
            <a:r>
              <a:rPr lang="fr-FR" sz="1200" dirty="0">
                <a:solidFill>
                  <a:srgbClr val="FFFFFF"/>
                </a:solidFill>
                <a:latin typeface="Plus Jakarta Sans SemiBold"/>
              </a:rPr>
              <a:t>ADIGOU </a:t>
            </a:r>
            <a:r>
              <a:rPr lang="fr-FR" sz="1200" dirty="0" err="1">
                <a:solidFill>
                  <a:srgbClr val="FFFFFF"/>
                </a:solidFill>
                <a:latin typeface="Plus Jakarta Sans SemiBold"/>
              </a:rPr>
              <a:t>Adélodjou</a:t>
            </a:r>
            <a:r>
              <a:rPr lang="fr-FR" sz="1200" dirty="0">
                <a:solidFill>
                  <a:srgbClr val="FFFFFF"/>
                </a:solidFill>
                <a:latin typeface="Plus Jakarta Sans SemiBold"/>
              </a:rPr>
              <a:t> Félix</a:t>
            </a:r>
            <a:endParaRPr sz="1200" b="0" i="0" u="none" dirty="0">
              <a:solidFill>
                <a:srgbClr val="FFFFFF"/>
              </a:solidFill>
              <a:latin typeface="Plus Jakarta Sans SemiBold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812" y="4449960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48462" y="4426148"/>
            <a:ext cx="2428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FFFFF"/>
                </a:solidFill>
                <a:latin typeface="Plus Jakarta Sans SemiBold"/>
              </a:rPr>
              <a:t>Présentation Soutenance (10 min)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B91C29-490B-8504-4FC0-EC344EB3F6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8001" y="242460"/>
            <a:ext cx="1719265" cy="6877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177478-57DE-08B0-67AD-C71A080A8F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79" y="242460"/>
            <a:ext cx="1692162" cy="6194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75399" y="2536031"/>
            <a:ext cx="104120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97706"/>
                </a:solidFill>
                <a:latin typeface="Plus Jakarta Sans"/>
              </a:rPr>
              <a:t>PARTIE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0489" y="2869406"/>
            <a:ext cx="8171021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153220"/>
                </a:solidFill>
                <a:latin typeface="Montserrat"/>
              </a:rPr>
              <a:t>Le Projet &amp; Le Commanditaire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850481"/>
            <a:ext cx="7620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2225" y="4079081"/>
            <a:ext cx="70675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Présentation du contexte, des besoins de la coopérative et du cahier des charges technique.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2150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62150"/>
            <a:ext cx="56007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3220"/>
                </a:solidFill>
                <a:latin typeface="Montserrat SemiBold"/>
              </a:rPr>
              <a:t>Contexte &amp; Périmètre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52675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AGRI-TOGO est une coopérative agricole majeure regroupant les producteurs des régions Maritime et des Plateaux au Togo.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2981325"/>
            <a:ext cx="5105400" cy="225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1</a:t>
            </a:r>
            <a:r>
              <a:rPr lang="fr-FR" sz="1275" b="1" i="0" u="none" dirty="0">
                <a:solidFill>
                  <a:srgbClr val="334155"/>
                </a:solidFill>
                <a:latin typeface="Plus Jakarta Sans"/>
              </a:rPr>
              <a:t>84</a:t>
            </a: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+ </a:t>
            </a:r>
            <a:r>
              <a:rPr sz="1275" b="1" i="0" u="none" dirty="0" err="1">
                <a:solidFill>
                  <a:srgbClr val="334155"/>
                </a:solidFill>
                <a:latin typeface="Plus Jakarta Sans"/>
              </a:rPr>
              <a:t>Producteurs</a:t>
            </a: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1" i="0" u="none" dirty="0" err="1">
                <a:solidFill>
                  <a:srgbClr val="334155"/>
                </a:solidFill>
                <a:latin typeface="Plus Jakarta Sans"/>
              </a:rPr>
              <a:t>locaux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unis au sein du réseau.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357562"/>
            <a:ext cx="5105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Produits phares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Maïs, manioc, ananas frais et produits transformés.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976687"/>
            <a:ext cx="5105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Ambition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Valoriser le savoir-faire agricole togolais et ouvrir des opportunités commerciales aux niveaux national et international.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62150"/>
            <a:ext cx="53340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2943225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97706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319462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97706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938587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97706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53220"/>
                </a:solidFill>
                <a:latin typeface="Montserrat"/>
              </a:rPr>
              <a:t>La Coopérative AGRI-TOGO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8763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5037"/>
            <a:ext cx="5334000" cy="3133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05037"/>
            <a:ext cx="5334000" cy="3133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2519362"/>
            <a:ext cx="4705350" cy="2505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25" y="2519362"/>
            <a:ext cx="4940617" cy="29527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3220"/>
                </a:solidFill>
                <a:latin typeface="Montserrat SemiBold"/>
              </a:rPr>
              <a:t>Objectifs du 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885825" y="2909887"/>
            <a:ext cx="47053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5825" y="3081337"/>
            <a:ext cx="4705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1. Présenter la coopérative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Mettre en avant l'histoire, la vision et les valeurs humaines de l'organisation.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567112"/>
            <a:ext cx="4705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2. Valoriser les produits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Proposer une vitrine attrayante pour la production locale.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052887"/>
            <a:ext cx="4705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3. Informer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Partager les actualités et événements de la coopérative.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538662"/>
            <a:ext cx="4705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4. Faciliter le contact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Permettre aux partenaires et clients de joindre facilement l'équipe.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538412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00825" y="2519362"/>
            <a:ext cx="4940617" cy="295275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B45309"/>
                </a:solidFill>
                <a:latin typeface="Montserrat SemiBold"/>
              </a:rPr>
              <a:t>Contraintes Techniques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00825" y="2909887"/>
            <a:ext cx="47053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0825" y="3081337"/>
            <a:ext cx="4705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• Délai court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3 jours intensifs de conception et développement.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3567112"/>
            <a:ext cx="4705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• Stack 100% Vanilla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HTML5 sémantique, CSS3 pur (sans framework), JavaScript natif.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4052887"/>
            <a:ext cx="4705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• Design Responsive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Adaptation optimale Mobile, Tablette et Desktop.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4538662"/>
            <a:ext cx="4705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• Code propre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Respect strict des normes W3C et de l'accessibilité web.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2538412"/>
            <a:ext cx="200025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476250"/>
            <a:ext cx="1160145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53220"/>
                </a:solidFill>
                <a:latin typeface="Montserrat"/>
              </a:rPr>
              <a:t>Objectifs &amp; Contraintes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8763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56349" y="2536031"/>
            <a:ext cx="107930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97706"/>
                </a:solidFill>
                <a:latin typeface="Plus Jakarta Sans"/>
              </a:rPr>
              <a:t>PARTIE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552" y="2869406"/>
            <a:ext cx="716089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153220"/>
                </a:solidFill>
                <a:latin typeface="Montserrat"/>
              </a:rPr>
              <a:t>Réalisation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850481"/>
            <a:ext cx="7620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95637" y="4079081"/>
            <a:ext cx="58007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Choix techniques, structure des répertoires et fonctionnalités développées.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2212"/>
            <a:ext cx="3530649" cy="2619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62212"/>
            <a:ext cx="3530649" cy="2619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62212"/>
            <a:ext cx="3530649" cy="2619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38437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43287"/>
            <a:ext cx="241030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3220"/>
                </a:solidFill>
                <a:latin typeface="Montserrat SemiBold"/>
              </a:rPr>
              <a:t>HTML5 Sémantique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33812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Structure claire à 5 pages (Accueil, À propos, Produits, Actualités, Contact). Utilisation balises sémantiques et attributs ARIA pour l'accessibilité.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38437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43287"/>
            <a:ext cx="269033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3220"/>
                </a:solidFill>
                <a:latin typeface="Montserrat SemiBold"/>
              </a:rPr>
              <a:t>CSS3 Modern (No FW)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833812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Mise en page robuste avec Flexbox et CSS Grid. Approche Mobile-First avec variables CSS pour le thème et breakpoints réactifs.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38437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43287"/>
            <a:ext cx="219027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3220"/>
                </a:solidFill>
                <a:latin typeface="Montserrat SemiBold"/>
              </a:rPr>
              <a:t>Vanilla 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33812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Dynamisme 100% natif sans aucune librairie externe : gestion du menu mobile, carrousel, filtres et validations de formulaires.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881312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8424" y="2881312"/>
            <a:ext cx="1714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3386" y="2881312"/>
            <a:ext cx="20002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53220"/>
                </a:solidFill>
                <a:latin typeface="Montserrat"/>
              </a:rPr>
              <a:t>Architecture &amp;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763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2156"/>
            <a:ext cx="11049000" cy="351948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965485"/>
              </p:ext>
            </p:extLst>
          </p:nvPr>
        </p:nvGraphicFramePr>
        <p:xfrm>
          <a:off x="581025" y="2021681"/>
          <a:ext cx="11029948" cy="3500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8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7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3406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Fonctionnalité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Description Technique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Statut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Menu Hamburger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Navigation mobile rétractable en Vanilla 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Validation Formulaire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Vérification dynamique des champs du formulaire contact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Carrousel Produits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Defilement interactif des produits phares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Filtrage Dynamique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Tri par catégorie (Maïs, Manioc, Ananas, Transformés)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3407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Mode Sombre / Clair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Basculement dynamique de thème via CSS Variables &amp; 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564606"/>
            <a:ext cx="24785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59608" y="2564606"/>
            <a:ext cx="16223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81983" y="2564606"/>
            <a:ext cx="575711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439102" y="2564606"/>
            <a:ext cx="117187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155156"/>
            <a:ext cx="24785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59608" y="3155156"/>
            <a:ext cx="16223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81983" y="3155156"/>
            <a:ext cx="575711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439102" y="3155156"/>
            <a:ext cx="117187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3745706"/>
            <a:ext cx="24785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59608" y="3745706"/>
            <a:ext cx="16223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81983" y="3745706"/>
            <a:ext cx="575711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39102" y="3745706"/>
            <a:ext cx="117187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336256"/>
            <a:ext cx="24785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59608" y="4336256"/>
            <a:ext cx="16223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81983" y="4336256"/>
            <a:ext cx="575711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439102" y="4336256"/>
            <a:ext cx="117187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1025" y="4926806"/>
            <a:ext cx="24785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59608" y="4926806"/>
            <a:ext cx="16223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81983" y="4926806"/>
            <a:ext cx="575711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439102" y="4926806"/>
            <a:ext cx="117187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702" y="5148262"/>
            <a:ext cx="142875" cy="1619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702" y="2786062"/>
            <a:ext cx="142875" cy="1619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702" y="3967162"/>
            <a:ext cx="142875" cy="1619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702" y="3376612"/>
            <a:ext cx="142875" cy="1619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702" y="4557712"/>
            <a:ext cx="142875" cy="1619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208" y="2731293"/>
            <a:ext cx="914400" cy="2762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702" y="2786062"/>
            <a:ext cx="142875" cy="1619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208" y="3321843"/>
            <a:ext cx="914400" cy="2762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702" y="3376612"/>
            <a:ext cx="142875" cy="1619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208" y="3912393"/>
            <a:ext cx="914400" cy="2762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702" y="3967162"/>
            <a:ext cx="142875" cy="1619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8208" y="4502943"/>
            <a:ext cx="590550" cy="2762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702" y="4557712"/>
            <a:ext cx="142875" cy="1619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8208" y="5093493"/>
            <a:ext cx="590550" cy="2762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702" y="5148262"/>
            <a:ext cx="142875" cy="1619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71500" y="476250"/>
            <a:ext cx="1160145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53220"/>
                </a:solidFill>
                <a:latin typeface="Montserrat"/>
              </a:rPr>
              <a:t>Fonctionnalités Détaillées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1500" y="8763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5700712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53220"/>
                </a:solidFill>
                <a:latin typeface="Montserrat"/>
              </a:rPr>
              <a:t>Structure &amp; Navigation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6250" y="8763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6250" y="1162050"/>
            <a:ext cx="570071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3220"/>
                </a:solidFill>
                <a:latin typeface="Montserrat SemiBold"/>
              </a:rPr>
              <a:t>Expérience Utilisateur Fluide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1552575"/>
            <a:ext cx="54292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Le site s'articule autour de 5 pages complémentaires conçues avec une arborescence rigoureuse (css/, js/, images/, pages/).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2203846"/>
            <a:ext cx="542925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• Accueil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Hero banner impactant, chiffres clés et dernières actualités.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2596157"/>
            <a:ext cx="54292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• Produits &amp; Actus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Galerie filtrable avec carrousel et 6 articles illustrés.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3247429"/>
            <a:ext cx="542925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• Contact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Formulaire sécurisé avec coordonnées et accès direct.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19400"/>
            <a:ext cx="5334000" cy="190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86500" y="2819400"/>
            <a:ext cx="56007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3220"/>
                </a:solidFill>
                <a:latin typeface="Montserrat SemiBold"/>
              </a:rPr>
              <a:t>Organisation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3209925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• Gestion du temps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Planification stricte des tâches sur 3 jours de sprint intensif.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695700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• Travail en Binôme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Répartition équitable des pages et revues de code systématiques.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4181475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• Zero Librairie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Performance et légèreté maximales grâce au code JavaScript natif.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114675"/>
            <a:ext cx="47434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0" i="0" u="none">
                <a:solidFill>
                  <a:srgbClr val="D97706"/>
                </a:solidFill>
                <a:latin typeface="Montserrat ExtraBold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162425"/>
            <a:ext cx="47434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53220"/>
                </a:solidFill>
                <a:latin typeface="Plus Jakarta Sans"/>
              </a:rPr>
              <a:t>Livrables Validés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53220"/>
                </a:solidFill>
                <a:latin typeface="Montserrat"/>
              </a:rPr>
              <a:t>Déploiement en 3 Jours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8763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571625" y="1945481"/>
            <a:ext cx="9048750" cy="885825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95500" y="2135981"/>
            <a:ext cx="833437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153220"/>
                </a:solidFill>
                <a:latin typeface="Plus Jakarta Sans"/>
              </a:rPr>
              <a:t>Code Propre &amp; Structure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Respect strict des règles d'indentation, commentaires explicatifs et sémantique HTML5.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1625" y="3040856"/>
            <a:ext cx="9048750" cy="642937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95500" y="3231356"/>
            <a:ext cx="8334375" cy="261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153220"/>
                </a:solidFill>
                <a:latin typeface="Plus Jakarta Sans"/>
              </a:rPr>
              <a:t>Responsive Design Irréprochable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Ergonomie optimale testée sur smartphones, tablettes et grands écrans.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1625" y="3893343"/>
            <a:ext cx="9048750" cy="642937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95500" y="4083843"/>
            <a:ext cx="8334375" cy="261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153220"/>
                </a:solidFill>
                <a:latin typeface="Plus Jakarta Sans"/>
              </a:rPr>
              <a:t>Accessibilité Web (A11y)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Utilisation d'attributs ARIA, contrastes validés et navigation au clavier.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71625" y="4745831"/>
            <a:ext cx="9048750" cy="642937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95500" y="4936331"/>
            <a:ext cx="8334375" cy="261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153220"/>
                </a:solidFill>
                <a:latin typeface="Plus Jakarta Sans"/>
              </a:rPr>
              <a:t>Collaboration Efficace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Entraide constante sur les points de blocage (carrousel JS, responsive grid).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71625" y="2821781"/>
            <a:ext cx="9048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71625" y="3674268"/>
            <a:ext cx="9048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571625" y="4526756"/>
            <a:ext cx="9048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71625" y="5379243"/>
            <a:ext cx="9048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2159793"/>
            <a:ext cx="26670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0" y="3255168"/>
            <a:ext cx="16192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0" y="4107656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0" y="4960143"/>
            <a:ext cx="266700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53220"/>
                </a:solidFill>
                <a:latin typeface="Montserrat"/>
              </a:rPr>
              <a:t>Points Forts &amp; Qualité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8763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7925"/>
            <a:ext cx="5334000" cy="2647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47925"/>
            <a:ext cx="5334000" cy="2647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762250"/>
            <a:ext cx="4940617" cy="29527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2410C"/>
                </a:solidFill>
                <a:latin typeface="Montserrat SemiBold"/>
              </a:rPr>
              <a:t>Difficultés Surmontées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825" y="3152775"/>
            <a:ext cx="47053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5825" y="3324225"/>
            <a:ext cx="4705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• Algorithmique Carrousel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Gestion manuelle des index et des transitions fluides sans plugin tierce.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10000"/>
            <a:ext cx="4705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• Thème Sombre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Synchronisation dynamique des variables CSS lors de la navigation inter-pages.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295775"/>
            <a:ext cx="4705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• Gestion du Temps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Arbitrage prioritaire en faveur des fonctionnalités essentielles.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2762250"/>
            <a:ext cx="4940617" cy="295275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803D"/>
                </a:solidFill>
                <a:latin typeface="Montserrat SemiBold"/>
              </a:rPr>
              <a:t>Apprentissages Clés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0825" y="3152775"/>
            <a:ext cx="47053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0825" y="3324225"/>
            <a:ext cx="4705350" cy="225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• Vanilla JS 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Compréhension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du DOM et des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événements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JavaScript.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3810000"/>
            <a:ext cx="4705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• CSS 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Utilisation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poussée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de Grid, Flexbox et des CSS Custom Properties.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4295775"/>
            <a:ext cx="4705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• Esprit d'Équipe 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Communication claire et gestion constructive des revues de code en binôme.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781300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781300"/>
            <a:ext cx="28575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53220"/>
                </a:solidFill>
                <a:latin typeface="Montserrat"/>
              </a:rPr>
              <a:t>Retours &amp; Apprentissages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8763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505075"/>
            <a:ext cx="116014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Montserrat"/>
              </a:rPr>
              <a:t>Merci de votre attention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38525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A7F3D0"/>
                </a:solidFill>
                <a:latin typeface="Plus Jakarta Sans"/>
              </a:rPr>
              <a:t>Nous sommes disponibles pour répondre à vos questions sur le projet AGRI-TOGO.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0300" y="4133850"/>
            <a:ext cx="92202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D97706"/>
                </a:solidFill>
                <a:latin typeface="Plus Jakarta Sans SemiBold"/>
              </a:rPr>
              <a:t> </a:t>
            </a:r>
            <a:r>
              <a:rPr sz="1350" b="0" i="0" u="none" dirty="0" err="1">
                <a:solidFill>
                  <a:srgbClr val="D97706"/>
                </a:solidFill>
                <a:latin typeface="Plus Jakarta Sans SemiBold"/>
              </a:rPr>
              <a:t>Projet</a:t>
            </a:r>
            <a:r>
              <a:rPr sz="1350" b="0" i="0" u="none" dirty="0">
                <a:solidFill>
                  <a:srgbClr val="D97706"/>
                </a:solidFill>
                <a:latin typeface="Plus Jakarta Sans SemiBold"/>
              </a:rPr>
              <a:t> Simplon  </a:t>
            </a:r>
            <a:r>
              <a:rPr sz="1350" b="0" i="0" u="none" dirty="0" err="1">
                <a:solidFill>
                  <a:srgbClr val="D97706"/>
                </a:solidFill>
                <a:latin typeface="Plus Jakarta Sans SemiBold"/>
              </a:rPr>
              <a:t>Coopérative</a:t>
            </a:r>
            <a:r>
              <a:rPr sz="1350" b="0" i="0" u="none" dirty="0">
                <a:solidFill>
                  <a:srgbClr val="D97706"/>
                </a:solidFill>
                <a:latin typeface="Plus Jakarta Sans SemiBold"/>
              </a:rPr>
              <a:t> AGRI-TOGO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212" y="4171950"/>
            <a:ext cx="219075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492" y="4181475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717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Montserrat</vt:lpstr>
      <vt:lpstr>Montserrat ExtraBold</vt:lpstr>
      <vt:lpstr>Montserrat SemiBold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Duah Prince yao AMANKWAAH</cp:lastModifiedBy>
  <cp:revision>3</cp:revision>
  <dcterms:created xsi:type="dcterms:W3CDTF">2013-01-27T09:14:16Z</dcterms:created>
  <dcterms:modified xsi:type="dcterms:W3CDTF">2026-08-06T11:49:49Z</dcterms:modified>
  <cp:category/>
</cp:coreProperties>
</file>